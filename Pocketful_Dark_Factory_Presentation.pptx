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POCKETFUL DARK FACTORY</a:t>
            </a:r>
          </a:p>
          <a:p>
            <a:pPr>
              <a:spcBef>
                <a:spcPts val="1200"/>
              </a:spcBef>
              <a:defRPr sz="2600">
                <a:solidFill>
                  <a:srgbClr val="38BDF8"/>
                </a:solidFill>
              </a:defRPr>
            </a:pPr>
            <a:r>
              <a:t>Autonomous 4-Seat AI Software Production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3891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STATUS: STAGES 1 - 4 CLAIMED (100%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Team: WaystarOS | Powered by BAND Desktop | Clean Container Sealed Offline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DARK FACTORY HACKATHON — POCKETFUL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Autonomous Multi-Agent Factory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COORDINATOR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Milestone Decomposition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Maintains generic mandates, controls mutation leases, schedules handoffs, and ensures zero human intervention after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IMPLEMENTER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Clean-Room Code Synthesis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Synthesizes isolated stage services conforming strictly to spec clauses, invariants, and deterministic data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VERIFIER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Adversarial &amp; Edge Auditing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Independently derives verification matrices and test probes without seeing private builder implementation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RELEASE REVIEWER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Isolated Offline Gatekeeper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Runs offline container harnesses within strict 2 vCPU / 2 GiB constraints, enforcing pass/fail veto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DARK FACTORY HACKATHON — POCKETFUL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Contiguous Stage Milestones (The Result)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Stage 1: Core Ledger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Atomic money conservation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Integer minor units (zero float drift)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Exact remainder split division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5 idempotent replay-safe write paths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Net settlements &amp; seed imports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Stage 2: Holds &amp; UI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Interactive Single-Page App (HTML5)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Two-phase payment holds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Partial &amp; final capture logic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Auto-expirations &amp; explicit voids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Seamless upgrade from Stage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Stage 3: Bitemporal History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Effective vs recorded timestamps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Immutable payment revisions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Historical overdraft boundary checks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Point-in-time balance evaluation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Frozen statement pagination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Stage 4: Refunds &amp; Batches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Reverse payment refunds ('refund_of')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Cumulative refund validation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Atomic settlement correction batches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Complete settlement consistency (1..32)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Immutable receipts &amp;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DARK FACTORY HACKATHON — POCKETFUL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Independent Verification &amp; Compliance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HIGHEST CONTIGUOUS STAGE</a:t>
            </a:r>
          </a:p>
          <a:p>
            <a:pPr>
              <a:spcBef>
                <a:spcPts val="400"/>
              </a:spcBef>
              <a:defRPr sz="2800" b="1">
                <a:solidFill>
                  <a:srgbClr val="4ADE80"/>
                </a:solidFill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Maximum possible milestone achieved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OFFLINE GATE CHECKS</a:t>
            </a:r>
          </a:p>
          <a:p>
            <a:pPr>
              <a:spcBef>
                <a:spcPts val="400"/>
              </a:spcBef>
              <a:defRPr sz="2800" b="1">
                <a:solidFill>
                  <a:srgbClr val="38BDF8"/>
                </a:solidFill>
              </a:defRPr>
            </a:pPr>
            <a:r>
              <a:t>Gates 1 - 4 Pass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Mandates, container isolation, clean repos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DOCKER CONTAINER RUNTIME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Zero Outbound Net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Enforced under 2 vCPU / 2 GiB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HUMAN CODE INTERVENTIONS</a:t>
            </a:r>
          </a:p>
          <a:p>
            <a:pPr>
              <a:spcBef>
                <a:spcPts val="400"/>
              </a:spcBef>
              <a:defRPr sz="2800" b="1">
                <a:solidFill>
                  <a:srgbClr val="4ADE80"/>
                </a:solidFill>
              </a:defRPr>
            </a:pPr>
            <a:r>
              <a:t>0 Lines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100% lights-out dark factory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